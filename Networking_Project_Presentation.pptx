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Networking Lab 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Analysis of Enterprise Network Architectures</a:t>
            </a:r>
          </a:p>
          <a:p/>
          <a:p>
            <a:r>
              <a:t>Experiment 6: Smart Office Network Challenge</a:t>
            </a:r>
          </a:p>
          <a:p>
            <a:r>
              <a:t>Experiment 7: Bank ATM Network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Demonstration of critical Layer 2 and Layer 3 networking protocols.</a:t>
            </a:r>
          </a:p>
          <a:p/>
          <a:p>
            <a:r>
              <a:t>1. Experiment 6: Smart Office Network</a:t>
            </a:r>
          </a:p>
          <a:p>
            <a:r>
              <a:t>   - VLAN segmentation, ROAS, NAT, and Zero-Trust ACLs.</a:t>
            </a:r>
          </a:p>
          <a:p/>
          <a:p>
            <a:r>
              <a:t>2. Experiment 7: Bank ATM Network</a:t>
            </a:r>
          </a:p>
          <a:p>
            <a:r>
              <a:t>   - Highly available WAN, redundant topology, and OSPF dynamic routing.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6: Smart Office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Aim: Design and secure a multi-department corporate network.</a:t>
            </a:r>
          </a:p>
          <a:p/>
          <a:p>
            <a:r>
              <a:t>Requirements:</a:t>
            </a:r>
          </a:p>
          <a:p>
            <a:r>
              <a:t>• Departments: HR, Accounts, Developers, Testing, Server Room.</a:t>
            </a:r>
          </a:p>
          <a:p>
            <a:r>
              <a:t>• Access Policy: Only Developers can access the Server Room.</a:t>
            </a:r>
          </a:p>
          <a:p>
            <a:r>
              <a:t>• Privacy: HR data isolated, restricted to outbound internet only.</a:t>
            </a:r>
          </a:p>
          <a:p>
            <a:r>
              <a:t>• Global Connectivity: Outbound internet access via NAT.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6: 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VLANs (Virtual LANs): Logical broadcast containment.</a:t>
            </a:r>
          </a:p>
          <a:p>
            <a:r>
              <a:t>• 802.1Q Trunking &amp; ROAS: Efficient inter-VLAN routing.</a:t>
            </a:r>
          </a:p>
          <a:p>
            <a:r>
              <a:t>• NAT Overload (PAT): Maps internal private subnets to public IP.</a:t>
            </a:r>
          </a:p>
          <a:p>
            <a:r>
              <a:t>• Extended ACLs: Strict filtering based on Source/Dest IP &amp; Protocol.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6: 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Internet Connectivity: Successful pings to Google Server (8.8.8.8).</a:t>
            </a:r>
          </a:p>
          <a:p>
            <a:r>
              <a:t>• Security Validation: Unauthorized pings (HR/Accounts -&gt; Server) successfully blocked by router firewall.</a:t>
            </a:r>
          </a:p>
          <a:p>
            <a:r>
              <a:t>• Authorized Access: Developer PC successfully connected to Server Room.</a:t>
            </a:r>
          </a:p>
          <a:p>
            <a:r>
              <a:t>• Result: Zero-trust policies completely fulfilled.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7: Bank ATM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Aim: Simulate a highly available, multi-city ATM WAN.</a:t>
            </a:r>
          </a:p>
          <a:p/>
          <a:p>
            <a:r>
              <a:t>Requirements:</a:t>
            </a:r>
          </a:p>
          <a:p>
            <a:r>
              <a:t>• Connect critical ATM servers in Patna, Delhi, and Mumbai.</a:t>
            </a:r>
          </a:p>
          <a:p>
            <a:r>
              <a:t>• Extreme fault tolerance and high availability.</a:t>
            </a:r>
          </a:p>
          <a:p>
            <a:r>
              <a:t>• Automatic rerouting during catastrophic physical link failures.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7: High Availability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Topology: Redundant 3-city triangular WAN core.</a:t>
            </a:r>
          </a:p>
          <a:p>
            <a:r>
              <a:t>• Protocol: OSPF (Open Shortest Path First) Link-State Routing.</a:t>
            </a:r>
          </a:p>
          <a:p>
            <a:r>
              <a:t>• Mechanism: Dijkstra's SPF Algorithm calculates absolute shortest paths.</a:t>
            </a:r>
          </a:p>
          <a:p>
            <a:r>
              <a:t>• Backbone Area 0: Facilitates rapid sharing of Link State Advertisements (LSAs).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7: Failover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Convergence Verified: OSPF neighbors established 'FULL' adjacency.</a:t>
            </a:r>
          </a:p>
          <a:p>
            <a:r>
              <a:t>• Failure Simulated: Direct Delhi-Mumbai WAN link intentionally severed.</a:t>
            </a:r>
          </a:p>
          <a:p>
            <a:r>
              <a:t>• Automatic Failover: Tracert utility confirmed immediate rerouting through Patna.</a:t>
            </a:r>
          </a:p>
          <a:p>
            <a:r>
              <a:t>• Result: Zero downtime ATM transaction connectivity maintained.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Demonstrated mastery of Layer 2 VLANs and Layer 3 Routing.</a:t>
            </a:r>
          </a:p>
          <a:p>
            <a:r>
              <a:t>• Proven application of NAT and Extended ACLs for cybersecurity.</a:t>
            </a:r>
          </a:p>
          <a:p>
            <a:r>
              <a:t>• Advanced understanding of Enterprise WAN design.</a:t>
            </a:r>
          </a:p>
          <a:p>
            <a:r>
              <a:t>• Real-time implementation of OSPF fault-tolerance in mission-critical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